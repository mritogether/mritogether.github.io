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21599525" cy="12960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7FAF"/>
    <a:srgbClr val="14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711" autoAdjust="0"/>
    <p:restoredTop sz="94660"/>
  </p:normalViewPr>
  <p:slideViewPr>
    <p:cSldViewPr snapToGrid="0">
      <p:cViewPr>
        <p:scale>
          <a:sx n="35" d="100"/>
          <a:sy n="35" d="100"/>
        </p:scale>
        <p:origin x="606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41" y="2121058"/>
            <a:ext cx="16199644" cy="4512122"/>
          </a:xfrm>
        </p:spPr>
        <p:txBody>
          <a:bodyPr anchor="b"/>
          <a:lstStyle>
            <a:lvl1pPr algn="ctr">
              <a:defRPr sz="1063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6807185"/>
            <a:ext cx="16199644" cy="3129084"/>
          </a:xfrm>
        </p:spPr>
        <p:txBody>
          <a:bodyPr/>
          <a:lstStyle>
            <a:lvl1pPr marL="0" indent="0" algn="ctr">
              <a:buNone/>
              <a:defRPr sz="4252"/>
            </a:lvl1pPr>
            <a:lvl2pPr marL="809976" indent="0" algn="ctr">
              <a:buNone/>
              <a:defRPr sz="3543"/>
            </a:lvl2pPr>
            <a:lvl3pPr marL="1619951" indent="0" algn="ctr">
              <a:buNone/>
              <a:defRPr sz="3189"/>
            </a:lvl3pPr>
            <a:lvl4pPr marL="2429927" indent="0" algn="ctr">
              <a:buNone/>
              <a:defRPr sz="2835"/>
            </a:lvl4pPr>
            <a:lvl5pPr marL="3239902" indent="0" algn="ctr">
              <a:buNone/>
              <a:defRPr sz="2835"/>
            </a:lvl5pPr>
            <a:lvl6pPr marL="4049878" indent="0" algn="ctr">
              <a:buNone/>
              <a:defRPr sz="2835"/>
            </a:lvl6pPr>
            <a:lvl7pPr marL="4859853" indent="0" algn="ctr">
              <a:buNone/>
              <a:defRPr sz="2835"/>
            </a:lvl7pPr>
            <a:lvl8pPr marL="5669829" indent="0" algn="ctr">
              <a:buNone/>
              <a:defRPr sz="2835"/>
            </a:lvl8pPr>
            <a:lvl9pPr marL="6479804" indent="0" algn="ctr">
              <a:buNone/>
              <a:defRPr sz="2835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B1758-691F-43C8-84E8-2F496424BA6B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E0010-A144-47C5-97C3-3D589CF69B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0583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B1758-691F-43C8-84E8-2F496424BA6B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E0010-A144-47C5-97C3-3D589CF69B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748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8" y="3231089"/>
            <a:ext cx="18629590" cy="5391145"/>
          </a:xfrm>
        </p:spPr>
        <p:txBody>
          <a:bodyPr anchor="b"/>
          <a:lstStyle>
            <a:lvl1pPr>
              <a:defRPr sz="1063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8" y="8673236"/>
            <a:ext cx="18629590" cy="2835076"/>
          </a:xfrm>
        </p:spPr>
        <p:txBody>
          <a:bodyPr/>
          <a:lstStyle>
            <a:lvl1pPr marL="0" indent="0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1pPr>
            <a:lvl2pPr marL="809976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2pPr>
            <a:lvl3pPr marL="1619951" indent="0">
              <a:buNone/>
              <a:defRPr sz="3189">
                <a:solidFill>
                  <a:schemeClr val="tx1">
                    <a:tint val="75000"/>
                  </a:schemeClr>
                </a:solidFill>
              </a:defRPr>
            </a:lvl3pPr>
            <a:lvl4pPr marL="242992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4pPr>
            <a:lvl5pPr marL="3239902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5pPr>
            <a:lvl6pPr marL="4049878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6pPr>
            <a:lvl7pPr marL="4859853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7pPr>
            <a:lvl8pPr marL="5669829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8pPr>
            <a:lvl9pPr marL="6479804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B1758-691F-43C8-84E8-2F496424BA6B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E0010-A144-47C5-97C3-3D589CF69B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212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3450093"/>
            <a:ext cx="9179798" cy="822322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3450093"/>
            <a:ext cx="9179798" cy="822322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B1758-691F-43C8-84E8-2F496424BA6B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E0010-A144-47C5-97C3-3D589CF69B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134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690019"/>
            <a:ext cx="18629590" cy="250506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1" y="3177087"/>
            <a:ext cx="9137611" cy="1557041"/>
          </a:xfrm>
        </p:spPr>
        <p:txBody>
          <a:bodyPr anchor="b"/>
          <a:lstStyle>
            <a:lvl1pPr marL="0" indent="0">
              <a:buNone/>
              <a:defRPr sz="4252" b="1"/>
            </a:lvl1pPr>
            <a:lvl2pPr marL="809976" indent="0">
              <a:buNone/>
              <a:defRPr sz="3543" b="1"/>
            </a:lvl2pPr>
            <a:lvl3pPr marL="1619951" indent="0">
              <a:buNone/>
              <a:defRPr sz="3189" b="1"/>
            </a:lvl3pPr>
            <a:lvl4pPr marL="2429927" indent="0">
              <a:buNone/>
              <a:defRPr sz="2835" b="1"/>
            </a:lvl4pPr>
            <a:lvl5pPr marL="3239902" indent="0">
              <a:buNone/>
              <a:defRPr sz="2835" b="1"/>
            </a:lvl5pPr>
            <a:lvl6pPr marL="4049878" indent="0">
              <a:buNone/>
              <a:defRPr sz="2835" b="1"/>
            </a:lvl6pPr>
            <a:lvl7pPr marL="4859853" indent="0">
              <a:buNone/>
              <a:defRPr sz="2835" b="1"/>
            </a:lvl7pPr>
            <a:lvl8pPr marL="5669829" indent="0">
              <a:buNone/>
              <a:defRPr sz="2835" b="1"/>
            </a:lvl8pPr>
            <a:lvl9pPr marL="6479804" indent="0">
              <a:buNone/>
              <a:defRPr sz="28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1" y="4734128"/>
            <a:ext cx="9137611" cy="696318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0" y="3177087"/>
            <a:ext cx="9182611" cy="1557041"/>
          </a:xfrm>
        </p:spPr>
        <p:txBody>
          <a:bodyPr anchor="b"/>
          <a:lstStyle>
            <a:lvl1pPr marL="0" indent="0">
              <a:buNone/>
              <a:defRPr sz="4252" b="1"/>
            </a:lvl1pPr>
            <a:lvl2pPr marL="809976" indent="0">
              <a:buNone/>
              <a:defRPr sz="3543" b="1"/>
            </a:lvl2pPr>
            <a:lvl3pPr marL="1619951" indent="0">
              <a:buNone/>
              <a:defRPr sz="3189" b="1"/>
            </a:lvl3pPr>
            <a:lvl4pPr marL="2429927" indent="0">
              <a:buNone/>
              <a:defRPr sz="2835" b="1"/>
            </a:lvl4pPr>
            <a:lvl5pPr marL="3239902" indent="0">
              <a:buNone/>
              <a:defRPr sz="2835" b="1"/>
            </a:lvl5pPr>
            <a:lvl6pPr marL="4049878" indent="0">
              <a:buNone/>
              <a:defRPr sz="2835" b="1"/>
            </a:lvl6pPr>
            <a:lvl7pPr marL="4859853" indent="0">
              <a:buNone/>
              <a:defRPr sz="2835" b="1"/>
            </a:lvl7pPr>
            <a:lvl8pPr marL="5669829" indent="0">
              <a:buNone/>
              <a:defRPr sz="2835" b="1"/>
            </a:lvl8pPr>
            <a:lvl9pPr marL="6479804" indent="0">
              <a:buNone/>
              <a:defRPr sz="28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0" y="4734128"/>
            <a:ext cx="9182611" cy="696318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B1758-691F-43C8-84E8-2F496424BA6B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E0010-A144-47C5-97C3-3D589CF69B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087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B1758-691F-43C8-84E8-2F496424BA6B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E0010-A144-47C5-97C3-3D589CF69B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714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B1758-691F-43C8-84E8-2F496424BA6B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E0010-A144-47C5-97C3-3D589CF69B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989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864023"/>
            <a:ext cx="6966408" cy="302408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1866051"/>
            <a:ext cx="10934760" cy="9210249"/>
          </a:xfrm>
        </p:spPr>
        <p:txBody>
          <a:bodyPr/>
          <a:lstStyle>
            <a:lvl1pPr>
              <a:defRPr sz="5669"/>
            </a:lvl1pPr>
            <a:lvl2pPr>
              <a:defRPr sz="4960"/>
            </a:lvl2pPr>
            <a:lvl3pPr>
              <a:defRPr sz="4252"/>
            </a:lvl3pPr>
            <a:lvl4pPr>
              <a:defRPr sz="3543"/>
            </a:lvl4pPr>
            <a:lvl5pPr>
              <a:defRPr sz="3543"/>
            </a:lvl5pPr>
            <a:lvl6pPr>
              <a:defRPr sz="3543"/>
            </a:lvl6pPr>
            <a:lvl7pPr>
              <a:defRPr sz="3543"/>
            </a:lvl7pPr>
            <a:lvl8pPr>
              <a:defRPr sz="3543"/>
            </a:lvl8pPr>
            <a:lvl9pPr>
              <a:defRPr sz="354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3888105"/>
            <a:ext cx="6966408" cy="7203195"/>
          </a:xfrm>
        </p:spPr>
        <p:txBody>
          <a:bodyPr/>
          <a:lstStyle>
            <a:lvl1pPr marL="0" indent="0">
              <a:buNone/>
              <a:defRPr sz="2835"/>
            </a:lvl1pPr>
            <a:lvl2pPr marL="809976" indent="0">
              <a:buNone/>
              <a:defRPr sz="2480"/>
            </a:lvl2pPr>
            <a:lvl3pPr marL="1619951" indent="0">
              <a:buNone/>
              <a:defRPr sz="2126"/>
            </a:lvl3pPr>
            <a:lvl4pPr marL="2429927" indent="0">
              <a:buNone/>
              <a:defRPr sz="1772"/>
            </a:lvl4pPr>
            <a:lvl5pPr marL="3239902" indent="0">
              <a:buNone/>
              <a:defRPr sz="1772"/>
            </a:lvl5pPr>
            <a:lvl6pPr marL="4049878" indent="0">
              <a:buNone/>
              <a:defRPr sz="1772"/>
            </a:lvl6pPr>
            <a:lvl7pPr marL="4859853" indent="0">
              <a:buNone/>
              <a:defRPr sz="1772"/>
            </a:lvl7pPr>
            <a:lvl8pPr marL="5669829" indent="0">
              <a:buNone/>
              <a:defRPr sz="1772"/>
            </a:lvl8pPr>
            <a:lvl9pPr marL="6479804" indent="0">
              <a:buNone/>
              <a:defRPr sz="177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B1758-691F-43C8-84E8-2F496424BA6B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E0010-A144-47C5-97C3-3D589CF69B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119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864023"/>
            <a:ext cx="6966408" cy="302408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1866051"/>
            <a:ext cx="10934760" cy="9210249"/>
          </a:xfrm>
        </p:spPr>
        <p:txBody>
          <a:bodyPr anchor="t"/>
          <a:lstStyle>
            <a:lvl1pPr marL="0" indent="0">
              <a:buNone/>
              <a:defRPr sz="5669"/>
            </a:lvl1pPr>
            <a:lvl2pPr marL="809976" indent="0">
              <a:buNone/>
              <a:defRPr sz="4960"/>
            </a:lvl2pPr>
            <a:lvl3pPr marL="1619951" indent="0">
              <a:buNone/>
              <a:defRPr sz="4252"/>
            </a:lvl3pPr>
            <a:lvl4pPr marL="2429927" indent="0">
              <a:buNone/>
              <a:defRPr sz="3543"/>
            </a:lvl4pPr>
            <a:lvl5pPr marL="3239902" indent="0">
              <a:buNone/>
              <a:defRPr sz="3543"/>
            </a:lvl5pPr>
            <a:lvl6pPr marL="4049878" indent="0">
              <a:buNone/>
              <a:defRPr sz="3543"/>
            </a:lvl6pPr>
            <a:lvl7pPr marL="4859853" indent="0">
              <a:buNone/>
              <a:defRPr sz="3543"/>
            </a:lvl7pPr>
            <a:lvl8pPr marL="5669829" indent="0">
              <a:buNone/>
              <a:defRPr sz="3543"/>
            </a:lvl8pPr>
            <a:lvl9pPr marL="6479804" indent="0">
              <a:buNone/>
              <a:defRPr sz="354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3888105"/>
            <a:ext cx="6966408" cy="7203195"/>
          </a:xfrm>
        </p:spPr>
        <p:txBody>
          <a:bodyPr/>
          <a:lstStyle>
            <a:lvl1pPr marL="0" indent="0">
              <a:buNone/>
              <a:defRPr sz="2835"/>
            </a:lvl1pPr>
            <a:lvl2pPr marL="809976" indent="0">
              <a:buNone/>
              <a:defRPr sz="2480"/>
            </a:lvl2pPr>
            <a:lvl3pPr marL="1619951" indent="0">
              <a:buNone/>
              <a:defRPr sz="2126"/>
            </a:lvl3pPr>
            <a:lvl4pPr marL="2429927" indent="0">
              <a:buNone/>
              <a:defRPr sz="1772"/>
            </a:lvl4pPr>
            <a:lvl5pPr marL="3239902" indent="0">
              <a:buNone/>
              <a:defRPr sz="1772"/>
            </a:lvl5pPr>
            <a:lvl6pPr marL="4049878" indent="0">
              <a:buNone/>
              <a:defRPr sz="1772"/>
            </a:lvl6pPr>
            <a:lvl7pPr marL="4859853" indent="0">
              <a:buNone/>
              <a:defRPr sz="1772"/>
            </a:lvl7pPr>
            <a:lvl8pPr marL="5669829" indent="0">
              <a:buNone/>
              <a:defRPr sz="1772"/>
            </a:lvl8pPr>
            <a:lvl9pPr marL="6479804" indent="0">
              <a:buNone/>
              <a:defRPr sz="177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B1758-691F-43C8-84E8-2F496424BA6B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E0010-A144-47C5-97C3-3D589CF69B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178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B1758-691F-43C8-84E8-2F496424BA6B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E0010-A144-47C5-97C3-3D589CF69B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537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0" y="690018"/>
            <a:ext cx="4657398" cy="1098329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7" y="690018"/>
            <a:ext cx="13702199" cy="1098329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B1758-691F-43C8-84E8-2F496424BA6B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E0010-A144-47C5-97C3-3D589CF69B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684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690019"/>
            <a:ext cx="18629590" cy="2505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3450093"/>
            <a:ext cx="18629590" cy="82232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12012325"/>
            <a:ext cx="4859893" cy="6900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B1758-691F-43C8-84E8-2F496424BA6B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12012325"/>
            <a:ext cx="7289840" cy="6900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12012325"/>
            <a:ext cx="4859893" cy="6900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E0010-A144-47C5-97C3-3D589CF69B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693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619951" rtl="0" eaLnBrk="1" latinLnBrk="0" hangingPunct="1">
        <a:lnSpc>
          <a:spcPct val="90000"/>
        </a:lnSpc>
        <a:spcBef>
          <a:spcPct val="0"/>
        </a:spcBef>
        <a:buNone/>
        <a:defRPr sz="77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4988" indent="-404988" algn="l" defTabSz="1619951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4960" kern="1200">
          <a:solidFill>
            <a:schemeClr val="tx1"/>
          </a:solidFill>
          <a:latin typeface="+mn-lt"/>
          <a:ea typeface="+mn-ea"/>
          <a:cs typeface="+mn-cs"/>
        </a:defRPr>
      </a:lvl1pPr>
      <a:lvl2pPr marL="1214963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024939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834914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4pPr>
      <a:lvl5pPr marL="3644890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5pPr>
      <a:lvl6pPr marL="4454865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6pPr>
      <a:lvl7pPr marL="5264841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7pPr>
      <a:lvl8pPr marL="6074816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8pPr>
      <a:lvl9pPr marL="6884792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1pPr>
      <a:lvl2pPr marL="809976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2pPr>
      <a:lvl3pPr marL="1619951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3pPr>
      <a:lvl4pPr marL="2429927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4pPr>
      <a:lvl5pPr marL="3239902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5pPr>
      <a:lvl6pPr marL="4049878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6pPr>
      <a:lvl7pPr marL="4859853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7pPr>
      <a:lvl8pPr marL="5669829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8pPr>
      <a:lvl9pPr marL="6479804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09DF8DB-178C-5EA4-EDE4-3A9DB079C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157" y="1632743"/>
            <a:ext cx="17961210" cy="9694863"/>
          </a:xfrm>
          <a:prstGeom prst="rect">
            <a:avLst/>
          </a:prstGeom>
        </p:spPr>
      </p:pic>
      <p:sp>
        <p:nvSpPr>
          <p:cNvPr id="13" name="椭圆 12">
            <a:extLst>
              <a:ext uri="{FF2B5EF4-FFF2-40B4-BE49-F238E27FC236}">
                <a16:creationId xmlns:a16="http://schemas.microsoft.com/office/drawing/2014/main" id="{42FE2927-C0A0-83AF-33B3-AEB74F3B646B}"/>
              </a:ext>
            </a:extLst>
          </p:cNvPr>
          <p:cNvSpPr>
            <a:spLocks noChangeAspect="1"/>
          </p:cNvSpPr>
          <p:nvPr/>
        </p:nvSpPr>
        <p:spPr>
          <a:xfrm>
            <a:off x="5934907" y="4398497"/>
            <a:ext cx="180000" cy="180000"/>
          </a:xfrm>
          <a:prstGeom prst="ellipse">
            <a:avLst/>
          </a:prstGeom>
          <a:solidFill>
            <a:srgbClr val="547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44FC5554-F769-E2C9-8B36-F42C9E94FD6F}"/>
              </a:ext>
            </a:extLst>
          </p:cNvPr>
          <p:cNvSpPr/>
          <p:nvPr/>
        </p:nvSpPr>
        <p:spPr>
          <a:xfrm rot="5101788">
            <a:off x="4647986" y="3282742"/>
            <a:ext cx="1401295" cy="1235788"/>
          </a:xfrm>
          <a:custGeom>
            <a:avLst/>
            <a:gdLst>
              <a:gd name="connsiteX0" fmla="*/ 2038350 w 2038350"/>
              <a:gd name="connsiteY0" fmla="*/ 0 h 1795463"/>
              <a:gd name="connsiteX1" fmla="*/ 1404938 w 2038350"/>
              <a:gd name="connsiteY1" fmla="*/ 285750 h 1795463"/>
              <a:gd name="connsiteX2" fmla="*/ 1023938 w 2038350"/>
              <a:gd name="connsiteY2" fmla="*/ 1428750 h 1795463"/>
              <a:gd name="connsiteX3" fmla="*/ 0 w 2038350"/>
              <a:gd name="connsiteY3" fmla="*/ 1795463 h 1795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8350" h="1795463">
                <a:moveTo>
                  <a:pt x="2038350" y="0"/>
                </a:moveTo>
                <a:cubicBezTo>
                  <a:pt x="1806178" y="23812"/>
                  <a:pt x="1574007" y="47625"/>
                  <a:pt x="1404938" y="285750"/>
                </a:cubicBezTo>
                <a:cubicBezTo>
                  <a:pt x="1235869" y="523875"/>
                  <a:pt x="1258094" y="1177131"/>
                  <a:pt x="1023938" y="1428750"/>
                </a:cubicBezTo>
                <a:cubicBezTo>
                  <a:pt x="789782" y="1680369"/>
                  <a:pt x="394891" y="1737916"/>
                  <a:pt x="0" y="1795463"/>
                </a:cubicBezTo>
              </a:path>
            </a:pathLst>
          </a:custGeom>
          <a:noFill/>
          <a:ln w="38100">
            <a:solidFill>
              <a:srgbClr val="547F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40D7717-67F6-C566-0761-141A5399A4FA}"/>
              </a:ext>
            </a:extLst>
          </p:cNvPr>
          <p:cNvGrpSpPr/>
          <p:nvPr/>
        </p:nvGrpSpPr>
        <p:grpSpPr>
          <a:xfrm>
            <a:off x="1282390" y="520864"/>
            <a:ext cx="3646449" cy="3646449"/>
            <a:chOff x="1282390" y="520864"/>
            <a:chExt cx="3646449" cy="3646449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6CB1797-4E57-6497-FAB6-939175284388}"/>
                </a:ext>
              </a:extLst>
            </p:cNvPr>
            <p:cNvSpPr/>
            <p:nvPr/>
          </p:nvSpPr>
          <p:spPr>
            <a:xfrm>
              <a:off x="1282390" y="520864"/>
              <a:ext cx="3646449" cy="3646449"/>
            </a:xfrm>
            <a:prstGeom prst="ellipse">
              <a:avLst/>
            </a:prstGeom>
            <a:solidFill>
              <a:srgbClr val="547F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pic>
          <p:nvPicPr>
            <p:cNvPr id="20" name="Picture 19" descr="A person wearing glasses and a black jacket&#10;&#10;AI-generated content may be incorrect.">
              <a:extLst>
                <a:ext uri="{FF2B5EF4-FFF2-40B4-BE49-F238E27FC236}">
                  <a16:creationId xmlns:a16="http://schemas.microsoft.com/office/drawing/2014/main" id="{DA2C00C0-CC52-5C8F-E4D2-D711EC265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5835" y="654309"/>
              <a:ext cx="3379558" cy="3379558"/>
            </a:xfrm>
            <a:prstGeom prst="rect">
              <a:avLst/>
            </a:prstGeom>
          </p:spPr>
        </p:pic>
      </p:grpSp>
      <p:sp>
        <p:nvSpPr>
          <p:cNvPr id="2" name="椭圆 12">
            <a:extLst>
              <a:ext uri="{FF2B5EF4-FFF2-40B4-BE49-F238E27FC236}">
                <a16:creationId xmlns:a16="http://schemas.microsoft.com/office/drawing/2014/main" id="{E07E51D8-6F0F-3946-26F9-170672A1BD42}"/>
              </a:ext>
            </a:extLst>
          </p:cNvPr>
          <p:cNvSpPr>
            <a:spLocks noChangeAspect="1"/>
          </p:cNvSpPr>
          <p:nvPr/>
        </p:nvSpPr>
        <p:spPr>
          <a:xfrm>
            <a:off x="5754907" y="9557576"/>
            <a:ext cx="180000" cy="180000"/>
          </a:xfrm>
          <a:prstGeom prst="ellipse">
            <a:avLst/>
          </a:prstGeom>
          <a:solidFill>
            <a:srgbClr val="547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: 形状 31">
            <a:extLst>
              <a:ext uri="{FF2B5EF4-FFF2-40B4-BE49-F238E27FC236}">
                <a16:creationId xmlns:a16="http://schemas.microsoft.com/office/drawing/2014/main" id="{959CDC31-79D2-E2C8-059F-57AD6854ADF2}"/>
              </a:ext>
            </a:extLst>
          </p:cNvPr>
          <p:cNvSpPr/>
          <p:nvPr/>
        </p:nvSpPr>
        <p:spPr>
          <a:xfrm rot="2237705">
            <a:off x="4212482" y="9091231"/>
            <a:ext cx="1401295" cy="1235788"/>
          </a:xfrm>
          <a:custGeom>
            <a:avLst/>
            <a:gdLst>
              <a:gd name="connsiteX0" fmla="*/ 2038350 w 2038350"/>
              <a:gd name="connsiteY0" fmla="*/ 0 h 1795463"/>
              <a:gd name="connsiteX1" fmla="*/ 1404938 w 2038350"/>
              <a:gd name="connsiteY1" fmla="*/ 285750 h 1795463"/>
              <a:gd name="connsiteX2" fmla="*/ 1023938 w 2038350"/>
              <a:gd name="connsiteY2" fmla="*/ 1428750 h 1795463"/>
              <a:gd name="connsiteX3" fmla="*/ 0 w 2038350"/>
              <a:gd name="connsiteY3" fmla="*/ 1795463 h 1795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8350" h="1795463">
                <a:moveTo>
                  <a:pt x="2038350" y="0"/>
                </a:moveTo>
                <a:cubicBezTo>
                  <a:pt x="1806178" y="23812"/>
                  <a:pt x="1574007" y="47625"/>
                  <a:pt x="1404938" y="285750"/>
                </a:cubicBezTo>
                <a:cubicBezTo>
                  <a:pt x="1235869" y="523875"/>
                  <a:pt x="1258094" y="1177131"/>
                  <a:pt x="1023938" y="1428750"/>
                </a:cubicBezTo>
                <a:cubicBezTo>
                  <a:pt x="789782" y="1680369"/>
                  <a:pt x="394891" y="1737916"/>
                  <a:pt x="0" y="1795463"/>
                </a:cubicBezTo>
              </a:path>
            </a:pathLst>
          </a:custGeom>
          <a:noFill/>
          <a:ln w="38100">
            <a:solidFill>
              <a:srgbClr val="547F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20C4190-1917-1948-9448-0FB05612541C}"/>
              </a:ext>
            </a:extLst>
          </p:cNvPr>
          <p:cNvGrpSpPr/>
          <p:nvPr/>
        </p:nvGrpSpPr>
        <p:grpSpPr>
          <a:xfrm>
            <a:off x="848357" y="6836367"/>
            <a:ext cx="3646449" cy="3646449"/>
            <a:chOff x="12448477" y="654309"/>
            <a:chExt cx="3646449" cy="3646449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5F7CB26-DAB3-5940-FE83-62A482E8F80E}"/>
                </a:ext>
              </a:extLst>
            </p:cNvPr>
            <p:cNvSpPr/>
            <p:nvPr/>
          </p:nvSpPr>
          <p:spPr>
            <a:xfrm>
              <a:off x="12448477" y="654309"/>
              <a:ext cx="3646449" cy="3646449"/>
            </a:xfrm>
            <a:prstGeom prst="ellipse">
              <a:avLst/>
            </a:prstGeom>
            <a:solidFill>
              <a:srgbClr val="547F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pic>
          <p:nvPicPr>
            <p:cNvPr id="7" name="Picture 6" descr="A person smiling for a picture&#10;&#10;AI-generated content may be incorrect.">
              <a:extLst>
                <a:ext uri="{FF2B5EF4-FFF2-40B4-BE49-F238E27FC236}">
                  <a16:creationId xmlns:a16="http://schemas.microsoft.com/office/drawing/2014/main" id="{323C2266-3E7F-86F5-8461-CD6D1445DF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581922" y="787754"/>
              <a:ext cx="3379558" cy="3379558"/>
            </a:xfrm>
            <a:prstGeom prst="rect">
              <a:avLst/>
            </a:prstGeom>
          </p:spPr>
        </p:pic>
      </p:grpSp>
      <p:sp>
        <p:nvSpPr>
          <p:cNvPr id="14" name="椭圆 12">
            <a:extLst>
              <a:ext uri="{FF2B5EF4-FFF2-40B4-BE49-F238E27FC236}">
                <a16:creationId xmlns:a16="http://schemas.microsoft.com/office/drawing/2014/main" id="{6044484C-5EC5-7A83-47C1-96E0D7E8EDC2}"/>
              </a:ext>
            </a:extLst>
          </p:cNvPr>
          <p:cNvSpPr>
            <a:spLocks noChangeAspect="1"/>
          </p:cNvSpPr>
          <p:nvPr/>
        </p:nvSpPr>
        <p:spPr>
          <a:xfrm rot="5635221">
            <a:off x="17990672" y="10042445"/>
            <a:ext cx="180000" cy="180000"/>
          </a:xfrm>
          <a:prstGeom prst="ellipse">
            <a:avLst/>
          </a:prstGeom>
          <a:solidFill>
            <a:srgbClr val="547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: 形状 31">
            <a:extLst>
              <a:ext uri="{FF2B5EF4-FFF2-40B4-BE49-F238E27FC236}">
                <a16:creationId xmlns:a16="http://schemas.microsoft.com/office/drawing/2014/main" id="{1E8B84C0-8E8C-4A0A-2D9B-3C13596ED7C8}"/>
              </a:ext>
            </a:extLst>
          </p:cNvPr>
          <p:cNvSpPr/>
          <p:nvPr/>
        </p:nvSpPr>
        <p:spPr>
          <a:xfrm rot="7674448">
            <a:off x="17380024" y="8509033"/>
            <a:ext cx="1401295" cy="1235788"/>
          </a:xfrm>
          <a:custGeom>
            <a:avLst/>
            <a:gdLst>
              <a:gd name="connsiteX0" fmla="*/ 2038350 w 2038350"/>
              <a:gd name="connsiteY0" fmla="*/ 0 h 1795463"/>
              <a:gd name="connsiteX1" fmla="*/ 1404938 w 2038350"/>
              <a:gd name="connsiteY1" fmla="*/ 285750 h 1795463"/>
              <a:gd name="connsiteX2" fmla="*/ 1023938 w 2038350"/>
              <a:gd name="connsiteY2" fmla="*/ 1428750 h 1795463"/>
              <a:gd name="connsiteX3" fmla="*/ 0 w 2038350"/>
              <a:gd name="connsiteY3" fmla="*/ 1795463 h 1795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8350" h="1795463">
                <a:moveTo>
                  <a:pt x="2038350" y="0"/>
                </a:moveTo>
                <a:cubicBezTo>
                  <a:pt x="1806178" y="23812"/>
                  <a:pt x="1574007" y="47625"/>
                  <a:pt x="1404938" y="285750"/>
                </a:cubicBezTo>
                <a:cubicBezTo>
                  <a:pt x="1235869" y="523875"/>
                  <a:pt x="1258094" y="1177131"/>
                  <a:pt x="1023938" y="1428750"/>
                </a:cubicBezTo>
                <a:cubicBezTo>
                  <a:pt x="789782" y="1680369"/>
                  <a:pt x="394891" y="1737916"/>
                  <a:pt x="0" y="1795463"/>
                </a:cubicBezTo>
              </a:path>
            </a:pathLst>
          </a:custGeom>
          <a:noFill/>
          <a:ln w="38100">
            <a:solidFill>
              <a:srgbClr val="547F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F074A13-89C0-61A6-0158-0697983D7E0F}"/>
              </a:ext>
            </a:extLst>
          </p:cNvPr>
          <p:cNvGrpSpPr/>
          <p:nvPr/>
        </p:nvGrpSpPr>
        <p:grpSpPr>
          <a:xfrm>
            <a:off x="17618173" y="5480478"/>
            <a:ext cx="3646449" cy="3646449"/>
            <a:chOff x="8668214" y="6480175"/>
            <a:chExt cx="3646449" cy="3646449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6C79E70-2C4B-F47E-168E-B473489BA42B}"/>
                </a:ext>
              </a:extLst>
            </p:cNvPr>
            <p:cNvSpPr/>
            <p:nvPr/>
          </p:nvSpPr>
          <p:spPr>
            <a:xfrm>
              <a:off x="8668214" y="6480175"/>
              <a:ext cx="3646449" cy="3646449"/>
            </a:xfrm>
            <a:prstGeom prst="ellipse">
              <a:avLst/>
            </a:prstGeom>
            <a:solidFill>
              <a:srgbClr val="547F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pic>
          <p:nvPicPr>
            <p:cNvPr id="18" name="Picture 17" descr="A person smiling at the camera&#10;&#10;AI-generated content may be incorrect.">
              <a:extLst>
                <a:ext uri="{FF2B5EF4-FFF2-40B4-BE49-F238E27FC236}">
                  <a16:creationId xmlns:a16="http://schemas.microsoft.com/office/drawing/2014/main" id="{D69EAB91-47BA-61B8-FEFF-2AF267806C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0797" y="6612758"/>
              <a:ext cx="3381282" cy="3381282"/>
            </a:xfrm>
            <a:prstGeom prst="rect">
              <a:avLst/>
            </a:prstGeom>
          </p:spPr>
        </p:pic>
      </p:grpSp>
      <p:sp>
        <p:nvSpPr>
          <p:cNvPr id="21" name="椭圆 12">
            <a:extLst>
              <a:ext uri="{FF2B5EF4-FFF2-40B4-BE49-F238E27FC236}">
                <a16:creationId xmlns:a16="http://schemas.microsoft.com/office/drawing/2014/main" id="{ADF28F2D-066C-72CB-DAB9-AE6409DF3F4C}"/>
              </a:ext>
            </a:extLst>
          </p:cNvPr>
          <p:cNvSpPr>
            <a:spLocks noChangeAspect="1"/>
          </p:cNvSpPr>
          <p:nvPr/>
        </p:nvSpPr>
        <p:spPr>
          <a:xfrm rot="7584663">
            <a:off x="12062309" y="7279661"/>
            <a:ext cx="180000" cy="180000"/>
          </a:xfrm>
          <a:prstGeom prst="ellipse">
            <a:avLst/>
          </a:prstGeom>
          <a:solidFill>
            <a:srgbClr val="547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: 形状 31">
            <a:extLst>
              <a:ext uri="{FF2B5EF4-FFF2-40B4-BE49-F238E27FC236}">
                <a16:creationId xmlns:a16="http://schemas.microsoft.com/office/drawing/2014/main" id="{1560DFA1-8117-B4FB-2A8B-519D2ACD5044}"/>
              </a:ext>
            </a:extLst>
          </p:cNvPr>
          <p:cNvSpPr/>
          <p:nvPr/>
        </p:nvSpPr>
        <p:spPr>
          <a:xfrm rot="16783705">
            <a:off x="11925770" y="7601867"/>
            <a:ext cx="1401295" cy="1235788"/>
          </a:xfrm>
          <a:custGeom>
            <a:avLst/>
            <a:gdLst>
              <a:gd name="connsiteX0" fmla="*/ 2038350 w 2038350"/>
              <a:gd name="connsiteY0" fmla="*/ 0 h 1795463"/>
              <a:gd name="connsiteX1" fmla="*/ 1404938 w 2038350"/>
              <a:gd name="connsiteY1" fmla="*/ 285750 h 1795463"/>
              <a:gd name="connsiteX2" fmla="*/ 1023938 w 2038350"/>
              <a:gd name="connsiteY2" fmla="*/ 1428750 h 1795463"/>
              <a:gd name="connsiteX3" fmla="*/ 0 w 2038350"/>
              <a:gd name="connsiteY3" fmla="*/ 1795463 h 1795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8350" h="1795463">
                <a:moveTo>
                  <a:pt x="2038350" y="0"/>
                </a:moveTo>
                <a:cubicBezTo>
                  <a:pt x="1806178" y="23812"/>
                  <a:pt x="1574007" y="47625"/>
                  <a:pt x="1404938" y="285750"/>
                </a:cubicBezTo>
                <a:cubicBezTo>
                  <a:pt x="1235869" y="523875"/>
                  <a:pt x="1258094" y="1177131"/>
                  <a:pt x="1023938" y="1428750"/>
                </a:cubicBezTo>
                <a:cubicBezTo>
                  <a:pt x="789782" y="1680369"/>
                  <a:pt x="394891" y="1737916"/>
                  <a:pt x="0" y="1795463"/>
                </a:cubicBezTo>
              </a:path>
            </a:pathLst>
          </a:custGeom>
          <a:noFill/>
          <a:ln w="38100">
            <a:solidFill>
              <a:srgbClr val="547F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C36A88B-20FD-7BEB-3C41-2E92303CC81E}"/>
              </a:ext>
            </a:extLst>
          </p:cNvPr>
          <p:cNvGrpSpPr/>
          <p:nvPr/>
        </p:nvGrpSpPr>
        <p:grpSpPr>
          <a:xfrm>
            <a:off x="11301718" y="8705408"/>
            <a:ext cx="3646449" cy="3646449"/>
            <a:chOff x="3828585" y="6683401"/>
            <a:chExt cx="3646449" cy="3646449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1AD6E12-0914-FDE7-1610-0492E4CF66A9}"/>
                </a:ext>
              </a:extLst>
            </p:cNvPr>
            <p:cNvSpPr/>
            <p:nvPr/>
          </p:nvSpPr>
          <p:spPr>
            <a:xfrm>
              <a:off x="3828585" y="6683401"/>
              <a:ext cx="3646449" cy="3646449"/>
            </a:xfrm>
            <a:prstGeom prst="ellipse">
              <a:avLst/>
            </a:prstGeom>
            <a:solidFill>
              <a:srgbClr val="547F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pic>
          <p:nvPicPr>
            <p:cNvPr id="25" name="Picture 24" descr="A person smiling with a black and white background&#10;&#10;AI-generated content may be incorrect.">
              <a:extLst>
                <a:ext uri="{FF2B5EF4-FFF2-40B4-BE49-F238E27FC236}">
                  <a16:creationId xmlns:a16="http://schemas.microsoft.com/office/drawing/2014/main" id="{F3C625BC-C4A7-AD76-79D0-56E8EDE1D78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2030" y="6816846"/>
              <a:ext cx="3379558" cy="3379558"/>
            </a:xfrm>
            <a:prstGeom prst="rect">
              <a:avLst/>
            </a:prstGeom>
          </p:spPr>
        </p:pic>
      </p:grpSp>
      <p:sp>
        <p:nvSpPr>
          <p:cNvPr id="26" name="椭圆 12">
            <a:extLst>
              <a:ext uri="{FF2B5EF4-FFF2-40B4-BE49-F238E27FC236}">
                <a16:creationId xmlns:a16="http://schemas.microsoft.com/office/drawing/2014/main" id="{17D59DBA-DA9A-F823-4E3C-954ECE63CD46}"/>
              </a:ext>
            </a:extLst>
          </p:cNvPr>
          <p:cNvSpPr>
            <a:spLocks noChangeAspect="1"/>
          </p:cNvSpPr>
          <p:nvPr/>
        </p:nvSpPr>
        <p:spPr>
          <a:xfrm>
            <a:off x="9909928" y="3780182"/>
            <a:ext cx="180000" cy="180000"/>
          </a:xfrm>
          <a:prstGeom prst="ellipse">
            <a:avLst/>
          </a:prstGeom>
          <a:solidFill>
            <a:srgbClr val="547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任意多边形: 形状 31">
            <a:extLst>
              <a:ext uri="{FF2B5EF4-FFF2-40B4-BE49-F238E27FC236}">
                <a16:creationId xmlns:a16="http://schemas.microsoft.com/office/drawing/2014/main" id="{1F0CF676-545D-EB28-7607-297009AE29B0}"/>
              </a:ext>
            </a:extLst>
          </p:cNvPr>
          <p:cNvSpPr/>
          <p:nvPr/>
        </p:nvSpPr>
        <p:spPr>
          <a:xfrm rot="20349142">
            <a:off x="8803937" y="4109463"/>
            <a:ext cx="1401295" cy="1235788"/>
          </a:xfrm>
          <a:custGeom>
            <a:avLst/>
            <a:gdLst>
              <a:gd name="connsiteX0" fmla="*/ 2038350 w 2038350"/>
              <a:gd name="connsiteY0" fmla="*/ 0 h 1795463"/>
              <a:gd name="connsiteX1" fmla="*/ 1404938 w 2038350"/>
              <a:gd name="connsiteY1" fmla="*/ 285750 h 1795463"/>
              <a:gd name="connsiteX2" fmla="*/ 1023938 w 2038350"/>
              <a:gd name="connsiteY2" fmla="*/ 1428750 h 1795463"/>
              <a:gd name="connsiteX3" fmla="*/ 0 w 2038350"/>
              <a:gd name="connsiteY3" fmla="*/ 1795463 h 1795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8350" h="1795463">
                <a:moveTo>
                  <a:pt x="2038350" y="0"/>
                </a:moveTo>
                <a:cubicBezTo>
                  <a:pt x="1806178" y="23812"/>
                  <a:pt x="1574007" y="47625"/>
                  <a:pt x="1404938" y="285750"/>
                </a:cubicBezTo>
                <a:cubicBezTo>
                  <a:pt x="1235869" y="523875"/>
                  <a:pt x="1258094" y="1177131"/>
                  <a:pt x="1023938" y="1428750"/>
                </a:cubicBezTo>
                <a:cubicBezTo>
                  <a:pt x="789782" y="1680369"/>
                  <a:pt x="394891" y="1737916"/>
                  <a:pt x="0" y="1795463"/>
                </a:cubicBezTo>
              </a:path>
            </a:pathLst>
          </a:custGeom>
          <a:noFill/>
          <a:ln w="38100">
            <a:solidFill>
              <a:srgbClr val="547F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88443BC-F2CA-7E4D-B9F2-3BA610B39B42}"/>
              </a:ext>
            </a:extLst>
          </p:cNvPr>
          <p:cNvGrpSpPr/>
          <p:nvPr/>
        </p:nvGrpSpPr>
        <p:grpSpPr>
          <a:xfrm>
            <a:off x="6954548" y="4938616"/>
            <a:ext cx="3646449" cy="3646449"/>
            <a:chOff x="6073697" y="654309"/>
            <a:chExt cx="3646449" cy="3646449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787DC97-B6BE-E836-CFE3-377B1D0D4504}"/>
                </a:ext>
              </a:extLst>
            </p:cNvPr>
            <p:cNvSpPr/>
            <p:nvPr/>
          </p:nvSpPr>
          <p:spPr>
            <a:xfrm>
              <a:off x="6073697" y="654309"/>
              <a:ext cx="3646449" cy="3646449"/>
            </a:xfrm>
            <a:prstGeom prst="ellipse">
              <a:avLst/>
            </a:prstGeom>
            <a:solidFill>
              <a:srgbClr val="547F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pic>
          <p:nvPicPr>
            <p:cNvPr id="30" name="Picture 29" descr="A person smiling for a picture&#10;&#10;AI-generated content may be incorrect.">
              <a:extLst>
                <a:ext uri="{FF2B5EF4-FFF2-40B4-BE49-F238E27FC236}">
                  <a16:creationId xmlns:a16="http://schemas.microsoft.com/office/drawing/2014/main" id="{25F8B7E5-DD10-6788-83F3-D4AB98941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07142" y="787754"/>
              <a:ext cx="3379558" cy="3379558"/>
            </a:xfrm>
            <a:prstGeom prst="rect">
              <a:avLst/>
            </a:prstGeom>
          </p:spPr>
        </p:pic>
      </p:grpSp>
      <p:sp>
        <p:nvSpPr>
          <p:cNvPr id="8" name="椭圆 12">
            <a:extLst>
              <a:ext uri="{FF2B5EF4-FFF2-40B4-BE49-F238E27FC236}">
                <a16:creationId xmlns:a16="http://schemas.microsoft.com/office/drawing/2014/main" id="{5BF38E5A-B831-5760-2DBA-2121308CE2E6}"/>
              </a:ext>
            </a:extLst>
          </p:cNvPr>
          <p:cNvSpPr>
            <a:spLocks noChangeAspect="1"/>
          </p:cNvSpPr>
          <p:nvPr/>
        </p:nvSpPr>
        <p:spPr>
          <a:xfrm>
            <a:off x="15988952" y="5282438"/>
            <a:ext cx="180000" cy="180000"/>
          </a:xfrm>
          <a:prstGeom prst="ellipse">
            <a:avLst/>
          </a:prstGeom>
          <a:solidFill>
            <a:srgbClr val="547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31">
            <a:extLst>
              <a:ext uri="{FF2B5EF4-FFF2-40B4-BE49-F238E27FC236}">
                <a16:creationId xmlns:a16="http://schemas.microsoft.com/office/drawing/2014/main" id="{C5EF696C-C52A-3FC0-073E-422338EC92AB}"/>
              </a:ext>
            </a:extLst>
          </p:cNvPr>
          <p:cNvSpPr/>
          <p:nvPr/>
        </p:nvSpPr>
        <p:spPr>
          <a:xfrm rot="5101788">
            <a:off x="14702030" y="4045996"/>
            <a:ext cx="1401295" cy="1235788"/>
          </a:xfrm>
          <a:custGeom>
            <a:avLst/>
            <a:gdLst>
              <a:gd name="connsiteX0" fmla="*/ 2038350 w 2038350"/>
              <a:gd name="connsiteY0" fmla="*/ 0 h 1795463"/>
              <a:gd name="connsiteX1" fmla="*/ 1404938 w 2038350"/>
              <a:gd name="connsiteY1" fmla="*/ 285750 h 1795463"/>
              <a:gd name="connsiteX2" fmla="*/ 1023938 w 2038350"/>
              <a:gd name="connsiteY2" fmla="*/ 1428750 h 1795463"/>
              <a:gd name="connsiteX3" fmla="*/ 0 w 2038350"/>
              <a:gd name="connsiteY3" fmla="*/ 1795463 h 1795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8350" h="1795463">
                <a:moveTo>
                  <a:pt x="2038350" y="0"/>
                </a:moveTo>
                <a:cubicBezTo>
                  <a:pt x="1806178" y="23812"/>
                  <a:pt x="1574007" y="47625"/>
                  <a:pt x="1404938" y="285750"/>
                </a:cubicBezTo>
                <a:cubicBezTo>
                  <a:pt x="1235869" y="523875"/>
                  <a:pt x="1258094" y="1177131"/>
                  <a:pt x="1023938" y="1428750"/>
                </a:cubicBezTo>
                <a:cubicBezTo>
                  <a:pt x="789782" y="1680369"/>
                  <a:pt x="394891" y="1737916"/>
                  <a:pt x="0" y="1795463"/>
                </a:cubicBezTo>
              </a:path>
            </a:pathLst>
          </a:custGeom>
          <a:noFill/>
          <a:ln w="38100">
            <a:solidFill>
              <a:srgbClr val="547F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5DB3ACE-F2F2-DA79-DA1D-AE3A9622AD20}"/>
              </a:ext>
            </a:extLst>
          </p:cNvPr>
          <p:cNvGrpSpPr/>
          <p:nvPr/>
        </p:nvGrpSpPr>
        <p:grpSpPr>
          <a:xfrm>
            <a:off x="12958491" y="520863"/>
            <a:ext cx="3646449" cy="3646449"/>
            <a:chOff x="14271701" y="6683402"/>
            <a:chExt cx="3646449" cy="3646449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F46D694-2FF1-A414-5BBE-73742FB8FDB9}"/>
                </a:ext>
              </a:extLst>
            </p:cNvPr>
            <p:cNvSpPr/>
            <p:nvPr/>
          </p:nvSpPr>
          <p:spPr>
            <a:xfrm>
              <a:off x="14271701" y="6683402"/>
              <a:ext cx="3646449" cy="3646449"/>
            </a:xfrm>
            <a:prstGeom prst="ellipse">
              <a:avLst/>
            </a:prstGeom>
            <a:solidFill>
              <a:srgbClr val="547F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pic>
          <p:nvPicPr>
            <p:cNvPr id="34" name="Picture 33" descr="A person smiling for the camera&#10;&#10;AI-generated content may be incorrect.">
              <a:extLst>
                <a:ext uri="{FF2B5EF4-FFF2-40B4-BE49-F238E27FC236}">
                  <a16:creationId xmlns:a16="http://schemas.microsoft.com/office/drawing/2014/main" id="{187DBFF9-7575-4597-AF1B-FBFB19D02E4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89658" y="6816846"/>
              <a:ext cx="3381282" cy="33812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506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FF23C-8A31-A58F-3069-0075B6D28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椭圆 12">
            <a:extLst>
              <a:ext uri="{FF2B5EF4-FFF2-40B4-BE49-F238E27FC236}">
                <a16:creationId xmlns:a16="http://schemas.microsoft.com/office/drawing/2014/main" id="{CF99351C-51F7-BD35-EAAD-3605B819DAF0}"/>
              </a:ext>
            </a:extLst>
          </p:cNvPr>
          <p:cNvSpPr>
            <a:spLocks noChangeAspect="1"/>
          </p:cNvSpPr>
          <p:nvPr/>
        </p:nvSpPr>
        <p:spPr>
          <a:xfrm>
            <a:off x="2243854" y="7364721"/>
            <a:ext cx="180000" cy="180000"/>
          </a:xfrm>
          <a:prstGeom prst="ellipse">
            <a:avLst/>
          </a:prstGeom>
          <a:solidFill>
            <a:srgbClr val="547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E9CFE630-B17D-C9BD-17D8-C282B8F8A76E}"/>
              </a:ext>
            </a:extLst>
          </p:cNvPr>
          <p:cNvSpPr/>
          <p:nvPr/>
        </p:nvSpPr>
        <p:spPr>
          <a:xfrm rot="5101788">
            <a:off x="956933" y="6248966"/>
            <a:ext cx="1401295" cy="1235788"/>
          </a:xfrm>
          <a:custGeom>
            <a:avLst/>
            <a:gdLst>
              <a:gd name="connsiteX0" fmla="*/ 2038350 w 2038350"/>
              <a:gd name="connsiteY0" fmla="*/ 0 h 1795463"/>
              <a:gd name="connsiteX1" fmla="*/ 1404938 w 2038350"/>
              <a:gd name="connsiteY1" fmla="*/ 285750 h 1795463"/>
              <a:gd name="connsiteX2" fmla="*/ 1023938 w 2038350"/>
              <a:gd name="connsiteY2" fmla="*/ 1428750 h 1795463"/>
              <a:gd name="connsiteX3" fmla="*/ 0 w 2038350"/>
              <a:gd name="connsiteY3" fmla="*/ 1795463 h 1795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8350" h="1795463">
                <a:moveTo>
                  <a:pt x="2038350" y="0"/>
                </a:moveTo>
                <a:cubicBezTo>
                  <a:pt x="1806178" y="23812"/>
                  <a:pt x="1574007" y="47625"/>
                  <a:pt x="1404938" y="285750"/>
                </a:cubicBezTo>
                <a:cubicBezTo>
                  <a:pt x="1235869" y="523875"/>
                  <a:pt x="1258094" y="1177131"/>
                  <a:pt x="1023938" y="1428750"/>
                </a:cubicBezTo>
                <a:cubicBezTo>
                  <a:pt x="789782" y="1680369"/>
                  <a:pt x="394891" y="1737916"/>
                  <a:pt x="0" y="1795463"/>
                </a:cubicBezTo>
              </a:path>
            </a:pathLst>
          </a:custGeom>
          <a:noFill/>
          <a:ln w="38100">
            <a:solidFill>
              <a:srgbClr val="547F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C6A1805-5AB2-EF67-D923-2FF0AF6A7CDE}"/>
              </a:ext>
            </a:extLst>
          </p:cNvPr>
          <p:cNvGrpSpPr/>
          <p:nvPr/>
        </p:nvGrpSpPr>
        <p:grpSpPr>
          <a:xfrm>
            <a:off x="1282390" y="520864"/>
            <a:ext cx="3646449" cy="3646449"/>
            <a:chOff x="1282390" y="520864"/>
            <a:chExt cx="3646449" cy="3646449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6EEBA27F-6A3E-9778-B1FD-9FE84BAF2E4D}"/>
                </a:ext>
              </a:extLst>
            </p:cNvPr>
            <p:cNvSpPr/>
            <p:nvPr/>
          </p:nvSpPr>
          <p:spPr>
            <a:xfrm>
              <a:off x="1282390" y="520864"/>
              <a:ext cx="3646449" cy="3646449"/>
            </a:xfrm>
            <a:prstGeom prst="ellipse">
              <a:avLst/>
            </a:prstGeom>
            <a:solidFill>
              <a:srgbClr val="547F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pic>
          <p:nvPicPr>
            <p:cNvPr id="7" name="Picture 6" descr="A person wearing glasses and a black jacket&#10;&#10;AI-generated content may be incorrect.">
              <a:extLst>
                <a:ext uri="{FF2B5EF4-FFF2-40B4-BE49-F238E27FC236}">
                  <a16:creationId xmlns:a16="http://schemas.microsoft.com/office/drawing/2014/main" id="{0ED20B64-4B64-6429-3EED-B2D69097A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5835" y="654309"/>
              <a:ext cx="3379558" cy="3379558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E040F08-0ACB-7CA8-5DE7-308E4C787601}"/>
              </a:ext>
            </a:extLst>
          </p:cNvPr>
          <p:cNvGrpSpPr/>
          <p:nvPr/>
        </p:nvGrpSpPr>
        <p:grpSpPr>
          <a:xfrm>
            <a:off x="6073697" y="654309"/>
            <a:ext cx="3646449" cy="3646449"/>
            <a:chOff x="6073697" y="654309"/>
            <a:chExt cx="3646449" cy="3646449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1D18842-E3BC-241C-72ED-598E38D04999}"/>
                </a:ext>
              </a:extLst>
            </p:cNvPr>
            <p:cNvSpPr/>
            <p:nvPr/>
          </p:nvSpPr>
          <p:spPr>
            <a:xfrm>
              <a:off x="6073697" y="654309"/>
              <a:ext cx="3646449" cy="3646449"/>
            </a:xfrm>
            <a:prstGeom prst="ellipse">
              <a:avLst/>
            </a:prstGeom>
            <a:solidFill>
              <a:srgbClr val="547F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pic>
          <p:nvPicPr>
            <p:cNvPr id="9" name="Picture 8" descr="A person smiling for a picture&#10;&#10;AI-generated content may be incorrect.">
              <a:extLst>
                <a:ext uri="{FF2B5EF4-FFF2-40B4-BE49-F238E27FC236}">
                  <a16:creationId xmlns:a16="http://schemas.microsoft.com/office/drawing/2014/main" id="{88EC0781-10A1-8118-8AE6-98B72580B1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07142" y="787754"/>
              <a:ext cx="3379558" cy="3379558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69044F4-851D-EB4A-6768-2CFDF4309F74}"/>
              </a:ext>
            </a:extLst>
          </p:cNvPr>
          <p:cNvGrpSpPr/>
          <p:nvPr/>
        </p:nvGrpSpPr>
        <p:grpSpPr>
          <a:xfrm>
            <a:off x="12448477" y="654309"/>
            <a:ext cx="3646449" cy="3646449"/>
            <a:chOff x="12448477" y="654309"/>
            <a:chExt cx="3646449" cy="3646449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3DBB0DD-371F-9BD0-1F07-FC32F9205425}"/>
                </a:ext>
              </a:extLst>
            </p:cNvPr>
            <p:cNvSpPr/>
            <p:nvPr/>
          </p:nvSpPr>
          <p:spPr>
            <a:xfrm>
              <a:off x="12448477" y="654309"/>
              <a:ext cx="3646449" cy="3646449"/>
            </a:xfrm>
            <a:prstGeom prst="ellipse">
              <a:avLst/>
            </a:prstGeom>
            <a:solidFill>
              <a:srgbClr val="547F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pic>
          <p:nvPicPr>
            <p:cNvPr id="16" name="Picture 15" descr="A person smiling for a picture&#10;&#10;AI-generated content may be incorrect.">
              <a:extLst>
                <a:ext uri="{FF2B5EF4-FFF2-40B4-BE49-F238E27FC236}">
                  <a16:creationId xmlns:a16="http://schemas.microsoft.com/office/drawing/2014/main" id="{A6AB5045-EBC6-DD1C-08CA-24EAFE2D9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581922" y="787754"/>
              <a:ext cx="3379558" cy="3379558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3E01D21-DC12-C7B7-9E1C-44187D64201C}"/>
              </a:ext>
            </a:extLst>
          </p:cNvPr>
          <p:cNvGrpSpPr/>
          <p:nvPr/>
        </p:nvGrpSpPr>
        <p:grpSpPr>
          <a:xfrm>
            <a:off x="3828585" y="6683401"/>
            <a:ext cx="3646449" cy="3646449"/>
            <a:chOff x="3828585" y="6683401"/>
            <a:chExt cx="3646449" cy="3646449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EC5BD2F-FA39-8CBE-EFB3-95A39D953AB0}"/>
                </a:ext>
              </a:extLst>
            </p:cNvPr>
            <p:cNvSpPr/>
            <p:nvPr/>
          </p:nvSpPr>
          <p:spPr>
            <a:xfrm>
              <a:off x="3828585" y="6683401"/>
              <a:ext cx="3646449" cy="3646449"/>
            </a:xfrm>
            <a:prstGeom prst="ellipse">
              <a:avLst/>
            </a:prstGeom>
            <a:solidFill>
              <a:srgbClr val="547F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pic>
          <p:nvPicPr>
            <p:cNvPr id="18" name="Picture 17" descr="A person smiling with a black and white background&#10;&#10;AI-generated content may be incorrect.">
              <a:extLst>
                <a:ext uri="{FF2B5EF4-FFF2-40B4-BE49-F238E27FC236}">
                  <a16:creationId xmlns:a16="http://schemas.microsoft.com/office/drawing/2014/main" id="{751E40D9-E1D5-5355-FC7D-55DC7EA3A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2030" y="6816846"/>
              <a:ext cx="3379558" cy="3379558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D665A2A-BA98-741A-8E3C-1AAE68F4D0A4}"/>
              </a:ext>
            </a:extLst>
          </p:cNvPr>
          <p:cNvGrpSpPr/>
          <p:nvPr/>
        </p:nvGrpSpPr>
        <p:grpSpPr>
          <a:xfrm>
            <a:off x="8668214" y="6480175"/>
            <a:ext cx="3646449" cy="3646449"/>
            <a:chOff x="8668214" y="6480175"/>
            <a:chExt cx="3646449" cy="3646449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B1F2A2D-43D8-35B8-DB4C-B7C356A4FD14}"/>
                </a:ext>
              </a:extLst>
            </p:cNvPr>
            <p:cNvSpPr/>
            <p:nvPr/>
          </p:nvSpPr>
          <p:spPr>
            <a:xfrm>
              <a:off x="8668214" y="6480175"/>
              <a:ext cx="3646449" cy="3646449"/>
            </a:xfrm>
            <a:prstGeom prst="ellipse">
              <a:avLst/>
            </a:prstGeom>
            <a:solidFill>
              <a:srgbClr val="547F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pic>
          <p:nvPicPr>
            <p:cNvPr id="20" name="Picture 19" descr="A person smiling at the camera&#10;&#10;AI-generated content may be incorrect.">
              <a:extLst>
                <a:ext uri="{FF2B5EF4-FFF2-40B4-BE49-F238E27FC236}">
                  <a16:creationId xmlns:a16="http://schemas.microsoft.com/office/drawing/2014/main" id="{5FD34D31-5FDA-B107-E462-B1C891F1A8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0797" y="6612758"/>
              <a:ext cx="3381282" cy="3381282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35A2988-5C2D-229A-C765-944B04084062}"/>
              </a:ext>
            </a:extLst>
          </p:cNvPr>
          <p:cNvGrpSpPr/>
          <p:nvPr/>
        </p:nvGrpSpPr>
        <p:grpSpPr>
          <a:xfrm>
            <a:off x="14271701" y="6683402"/>
            <a:ext cx="3646449" cy="3646449"/>
            <a:chOff x="14271701" y="6683402"/>
            <a:chExt cx="3646449" cy="3646449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31423D2-72F6-1CC0-5CE9-EE481E10472A}"/>
                </a:ext>
              </a:extLst>
            </p:cNvPr>
            <p:cNvSpPr/>
            <p:nvPr/>
          </p:nvSpPr>
          <p:spPr>
            <a:xfrm>
              <a:off x="14271701" y="6683402"/>
              <a:ext cx="3646449" cy="3646449"/>
            </a:xfrm>
            <a:prstGeom prst="ellipse">
              <a:avLst/>
            </a:prstGeom>
            <a:solidFill>
              <a:srgbClr val="547F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pic>
          <p:nvPicPr>
            <p:cNvPr id="5" name="Picture 4" descr="A person smiling for the camera&#10;&#10;AI-generated content may be incorrect.">
              <a:extLst>
                <a:ext uri="{FF2B5EF4-FFF2-40B4-BE49-F238E27FC236}">
                  <a16:creationId xmlns:a16="http://schemas.microsoft.com/office/drawing/2014/main" id="{8693E31A-966B-9F0B-17B4-C21C3F027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89658" y="6816846"/>
              <a:ext cx="3381282" cy="33812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77824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主题​​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Zi-Xuan Zhou</dc:creator>
  <cp:lastModifiedBy>Patricia Clement</cp:lastModifiedBy>
  <cp:revision>11</cp:revision>
  <dcterms:created xsi:type="dcterms:W3CDTF">2023-09-27T08:34:03Z</dcterms:created>
  <dcterms:modified xsi:type="dcterms:W3CDTF">2025-06-11T09:06:34Z</dcterms:modified>
</cp:coreProperties>
</file>